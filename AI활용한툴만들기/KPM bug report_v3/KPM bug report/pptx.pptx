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2C1091-E9A0-19D4-D4C6-C56291C1A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385B4AF-73B8-889C-915D-22E896725C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43C1AA-39C4-02C1-A4D2-289E8DACF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0284-D0BD-496C-A6CE-88F5BD867EC9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5BF871-93B6-9690-D703-25ED2A313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81CEAE-5DEA-3586-38E1-C2AF2E97A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9BC03-E7FC-4980-AD83-7074979C9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987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3BFAF5-60CE-17F9-D4C2-D1119D401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895FDD-FE66-9216-C9FA-94F3ECCBB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858DB3-49E2-6579-BE86-600882573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0284-D0BD-496C-A6CE-88F5BD867EC9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D3F172-2F01-D6F0-EEF7-E9AF5AE8A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2D16B1-1972-D679-0039-21194DDC4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9BC03-E7FC-4980-AD83-7074979C9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519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C97279-F060-B00D-1594-4B50335FE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BCF9E9-D8C8-7118-4DE8-7A55386B2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7E0003-2DFA-B89B-5FEE-362DE84A2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0284-D0BD-496C-A6CE-88F5BD867EC9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F4AF36-8C8F-AA6D-3852-E4245E6D6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0E9D7C-1C52-6B3F-BBF2-9AC95E7CE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9BC03-E7FC-4980-AD83-7074979C9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0813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6BCC2-08AC-CB9A-FDD1-63B5641CE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D57E3E-EB74-E1CE-9A5C-3194B3F83B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2ABCD9-57D2-5247-7E30-F57E987F0C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9F9E7C-9B37-B84A-107C-EF89CBB4B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0284-D0BD-496C-A6CE-88F5BD867EC9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ADD511-DAD5-A6DA-2100-0E5F37A32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B641F1-B3D1-43FD-826B-4A8FC7001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9BC03-E7FC-4980-AD83-7074979C9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228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A8FECC-DE6B-11E6-594F-D37B6E060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C32810-78A8-83E7-BE46-FBAFF30E7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A3B061-4A75-ED98-4DA6-849156238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6621297-B385-9972-C064-57CFB3F093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EB3C57-A7FB-C731-CA9A-0C83CA58C6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0D0F332-ADB4-E1B6-395C-83AB80B82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0284-D0BD-496C-A6CE-88F5BD867EC9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553AF27-3BB2-E345-B8FD-6274DB943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167CD78-7AB7-2122-1EA4-E7D423B8F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9BC03-E7FC-4980-AD83-7074979C9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997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7EF0E4-C5C6-27D2-D33C-98A762C04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471CE6E-F722-5D19-91AF-104FE7731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0284-D0BD-496C-A6CE-88F5BD867EC9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0996FB-7BD2-63F3-AB43-D9539764A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1F4DD6-807D-799C-484C-FC109ED84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9BC03-E7FC-4980-AD83-7074979C9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239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5F7C062-8DE8-A182-C62A-F292A9B8E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0284-D0BD-496C-A6CE-88F5BD867EC9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6E3B743-DCA3-6F32-E228-97B88D435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FCE507-A9FD-B4E0-439A-9BA145BAA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9BC03-E7FC-4980-AD83-7074979C9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499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F0899-7044-D977-7DF0-B3CD87D1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77466B-5595-5F59-41A5-621E12319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1F060CB-BB05-C491-7C88-00547B0DC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44F3FF-10E2-0186-0749-D676934A6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0284-D0BD-496C-A6CE-88F5BD867EC9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BDA6B2-0AD6-BE93-BDE0-6ED2322C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DC80AF-35F3-C904-5FC7-510A4904F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9BC03-E7FC-4980-AD83-7074979C9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7267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1B8BF-9CB4-5237-3B4C-3669B4F8F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C88EBFF-BD48-84CF-D55B-2014CAB442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19CDA5-3B6A-4FB6-7B85-18AAF80AD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D6660E-886F-FAC4-32D4-5D8867897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0284-D0BD-496C-A6CE-88F5BD867EC9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6758CB-75BD-1FD7-CAAD-C41C21BED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2BD3CC-00A8-4E4B-812B-68B2F6123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9BC03-E7FC-4980-AD83-7074979C9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009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1B9F33-2E8B-D998-720B-D55746B77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1A984CB-A1E2-3A02-9E23-7AEB466CB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05B1F0-CE1C-CCE9-A002-2B6A0A81A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0284-D0BD-496C-A6CE-88F5BD867EC9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2B9A4D-0C78-94AB-F46B-9F2361E13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C69760-DDAD-E687-49E5-1FCB18FDF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9BC03-E7FC-4980-AD83-7074979C9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654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9B203CF-F244-DDEA-49E2-0E4CB4DE5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7BD189-1802-46CB-B62E-65FC05E07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52ED55-9931-4F77-883F-5A11B53E3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90284-D0BD-496C-A6CE-88F5BD867EC9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F73908-1202-B1D6-BDBF-BC16EED8A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FC1896-1170-B3BC-D14C-4E9B3D950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9BC03-E7FC-4980-AD83-7074979C9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841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40AD2D5-D568-911A-5196-84B0471F5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0FBD8E-776A-F9D7-E115-A8BFBD8E8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3F904B-3326-8C32-5CB8-FEFDAAC11C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90284-D0BD-496C-A6CE-88F5BD867EC9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EAFD61-0D6A-322B-9410-AD145945C1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9C8BA0-6A41-2679-95EF-9460C00A48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E9BC03-E7FC-4980-AD83-7074979C9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2292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1D1E60-4AB9-6958-EE08-9425711B4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31" y="98385"/>
            <a:ext cx="9159671" cy="43949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6AEDC5-34B4-5D07-47A4-B3B4BA137B65}"/>
              </a:ext>
            </a:extLst>
          </p:cNvPr>
          <p:cNvSpPr txBox="1"/>
          <p:nvPr/>
        </p:nvSpPr>
        <p:spPr>
          <a:xfrm>
            <a:off x="731520" y="477134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cd</a:t>
            </a:r>
            <a:r>
              <a:rPr lang="ko-KR" altLang="en-US" dirty="0"/>
              <a:t> "c:\Users\user\Desktop\KPM </a:t>
            </a:r>
            <a:r>
              <a:rPr lang="ko-KR" altLang="en-US" dirty="0" err="1"/>
              <a:t>bug</a:t>
            </a:r>
            <a:r>
              <a:rPr lang="ko-KR" altLang="en-US" dirty="0"/>
              <a:t> </a:t>
            </a:r>
            <a:r>
              <a:rPr lang="ko-KR" altLang="en-US" dirty="0" err="1"/>
              <a:t>report</a:t>
            </a:r>
            <a:r>
              <a:rPr lang="ko-KR" altLang="en-US" dirty="0"/>
              <a:t>“</a:t>
            </a:r>
            <a:endParaRPr lang="en-US" altLang="ko-KR" dirty="0"/>
          </a:p>
          <a:p>
            <a:r>
              <a:rPr lang="ko-KR" altLang="en-US" dirty="0" err="1"/>
              <a:t>python</a:t>
            </a:r>
            <a:r>
              <a:rPr lang="ko-KR" altLang="en-US" dirty="0"/>
              <a:t> -</a:t>
            </a:r>
            <a:r>
              <a:rPr lang="ko-KR" altLang="en-US" dirty="0" err="1"/>
              <a:t>m</a:t>
            </a:r>
            <a:r>
              <a:rPr lang="ko-KR" altLang="en-US" dirty="0"/>
              <a:t> </a:t>
            </a:r>
            <a:r>
              <a:rPr lang="ko-KR" altLang="en-US" dirty="0" err="1"/>
              <a:t>pip</a:t>
            </a:r>
            <a:r>
              <a:rPr lang="ko-KR" altLang="en-US" dirty="0"/>
              <a:t> </a:t>
            </a:r>
            <a:r>
              <a:rPr lang="ko-KR" altLang="en-US" dirty="0" err="1"/>
              <a:t>install</a:t>
            </a:r>
            <a:r>
              <a:rPr lang="ko-KR" altLang="en-US" dirty="0"/>
              <a:t> -</a:t>
            </a:r>
            <a:r>
              <a:rPr lang="ko-KR" altLang="en-US" dirty="0" err="1"/>
              <a:t>r</a:t>
            </a:r>
            <a:r>
              <a:rPr lang="ko-KR" altLang="en-US" dirty="0"/>
              <a:t> requirements.txt</a:t>
            </a:r>
            <a:endParaRPr lang="en-US" altLang="ko-KR" dirty="0"/>
          </a:p>
          <a:p>
            <a:r>
              <a:rPr lang="ko-KR" altLang="en-US" dirty="0" err="1"/>
              <a:t>python</a:t>
            </a:r>
            <a:r>
              <a:rPr lang="ko-KR" altLang="en-US" dirty="0"/>
              <a:t> main.py</a:t>
            </a:r>
          </a:p>
        </p:txBody>
      </p:sp>
    </p:spTree>
    <p:extLst>
      <p:ext uri="{BB962C8B-B14F-4D97-AF65-F5344CB8AC3E}">
        <p14:creationId xmlns:p14="http://schemas.microsoft.com/office/powerpoint/2010/main" val="3644263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C2DC7CB-FA63-FF3E-F1C9-E08AC3A28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260" y="413916"/>
            <a:ext cx="4153480" cy="603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856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B4A9AD4-16F8-FC26-C10D-5E3B9BF0D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524" y="0"/>
            <a:ext cx="35409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168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28</Words>
  <Application>Microsoft Office PowerPoint</Application>
  <PresentationFormat>와이드스크린</PresentationFormat>
  <Paragraphs>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4</cp:revision>
  <dcterms:created xsi:type="dcterms:W3CDTF">2024-03-31T05:53:00Z</dcterms:created>
  <dcterms:modified xsi:type="dcterms:W3CDTF">2026-05-05T01:17:38Z</dcterms:modified>
</cp:coreProperties>
</file>